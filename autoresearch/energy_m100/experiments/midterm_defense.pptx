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不是框架无能,是规律预测: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