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为什么封顶:真机功率含大量不可观测噪声(风/电压/控制)</a:t>
            </a:r>
          </a:p>
        </p:txBody>
      </p:sp>
      <p:pic>
        <p:nvPicPr>
          <p:cNvPr id="6" name="Picture 5" descr="仿真vs真机波动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05250"/>
            <a:ext cx="7132320" cy="2687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模型输出平滑,真机实测剧烈波动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真机功率变异系数 ≈0.20(50–950W)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~40%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其余 ~60%=风/电压/控制噪声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不在可观测输入里 → 学不到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改追每趟能量 ARE(积分抹平噪声)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真机 DJI M100 实测功率(V×I);左=模型预测(平滑),右=真机片段(波动)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