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能耗模型自动迭代把留出误差从 6.88% 降到 1.86%——但这不是重点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920240"/>
            <a:ext cx="40233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 featurize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keep/revert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相对提升约 73%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但——结构搜索与随机搜索打平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  (见能力边界)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冻结评测器 m100_eval.py;数据:真实 DJI M100(209 航班)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 headroom):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用 vs 不用:朴素 AI4S 声称 4 项假发现且藏负结果,我们相反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011680"/>
            <a:ext cx="265176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4 假发现 + 0 负结果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我们: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0 真新 + 4 负结果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一个自信但错,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一个 humbler 但对。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诚实边界:多数场景无收益,载荷无效,贡献是方法学而非发现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n=250 场景:中位省能 0%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77% 场景零收益(有低空走廊)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仅 20% ≥3%,CI[15.5,25.4]%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载荷 ≤500g:全扫不改变路径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无真机飞行(止于仿真)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不挑场景、不硬凑,诚实统计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large_scale_savings.py;可信 null 是被接受的贡献(ICML 2024)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域相关:有 headroom 显著胜随机、封顶域正确产出 null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