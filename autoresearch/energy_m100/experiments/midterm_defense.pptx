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jtu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jtu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2902289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8CC0FF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西安交通大学　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整体框架:六个环节一环扣一环,贡献落在“过程”而非“发现”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4825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204825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地基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04825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真机功率 P=V·I 当尺子,冻结+留出防作弊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7977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77977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过程(真贡献)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77977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只改模型、撞瓶颈触发外搜、诚实 keep/revert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832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1129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51129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51129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9 项物理特征线性拟合(base 全是别人的)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148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4281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24281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424281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模型当边权插进 A*,改变翻越/绕行决策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8463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97433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97433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97433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RotorPy→PX4 真固件,结论过动力学仍成立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5778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70585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570585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能力边界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570585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两域显著性+噪声地板,证明 null 是域性质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我们把“可信性”工程化为五道相互独立的安全机制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02920" cy="5029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47672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冻结评测器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84248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锚定真机功率 P=V·|I|,按航班留出,永不可编辑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07208"/>
            <a:ext cx="502920" cy="502920"/>
          </a:xfrm>
          <a:prstGeom prst="round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88920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keep / revert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825496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仅当搜索降且留出不显著退才接受,防过拟合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48456"/>
            <a:ext cx="502920" cy="5029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3016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强制查新门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666744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任何“发现”须先过文献查新,否则降级为复现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89704"/>
            <a:ext cx="502920" cy="502920"/>
          </a:xfrm>
          <a:prstGeom prst="round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471416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因果消融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507992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挖掉关键项验证机制归因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330952"/>
            <a:ext cx="502920" cy="5029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12664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交叉模型 + 诚实报负结果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5349240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暴露评测循环性,系统记录失败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6" name="Picture 5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6" name="Picture 5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985" y="1783080"/>
            <a:ext cx="7111470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920240"/>
            <a:ext cx="301752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价值不在最终模型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(prior art),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在这套过程: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卡 4.24% → 查文献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wind 试→REVERT 记库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物理≈线性→诚实报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loop≈随机→报边界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真实 agent_log.jsonl + KNOWLEDGE.md;下半为 loop 机制流程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6" name="Picture 5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能耗模型自动迭代把留出误差从 6.88% 降到 1.86%——但这不是重点</a:t>
            </a:r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920240"/>
            <a:ext cx="40233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 featurize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keep/revert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相对提升约 73%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但——结构搜索与随机搜索打平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  (见能力边界)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冻结评测器 m100_eval.py;数据:真实 DJI M100(209 航班)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6" name="Picture 5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7" name="Picture 6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6" name="Picture 5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7" name="Picture 6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但这些“效应”经三次文献查新,全部是已发表的 prior 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能量感知规划改变路径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13055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EcoFlight (2025)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6207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配送顺序因爬降不对称翻转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86207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Michel et al. 2024, arXiv 2410.17585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747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9359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电池约束下可达集扩大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59359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Nguyen &amp; Au, AAMAS 2017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32511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载荷影响爬升 vs 绕行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432511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EcoFlight / 物流 UAV, Drones 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3776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05663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M100 能耗建模 / v* / 爬降不对称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505663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Dai;Di Franco 2015;Liu 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→ 我们主动引用、不声称首创。查新门拦住了把“复现”当“发现”。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6" name="Picture 5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性能被数据噪声封顶:52 项模型也压不下 6 项——不是方法不足</a:t>
            </a:r>
          </a:p>
        </p:txBody>
      </p:sp>
      <p:pic>
        <p:nvPicPr>
          <p:cNvPr id="6" name="Picture 5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6" name="Picture 5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 headroom):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null 由域性质决定,非框架失败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6" name="Picture 5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诚实边界:多数场景无收益,载荷无效,贡献是方法学而非发现</a:t>
            </a:r>
          </a:p>
        </p:txBody>
      </p:sp>
      <p:pic>
        <p:nvPicPr>
          <p:cNvPr id="6" name="Picture 5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n=250 场景:中位省能 0%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77% 场景零收益(有低空走廊)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仅 20% ≥3%,CI[15.5,25.4]%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载荷 ≤500g:全扫不改变路径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无真机飞行(止于仿真)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不挑场景、不硬凑,诚实统计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large_scale_savings.py;可信 null 是被接受的贡献(ICML 2024)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域相关:有 headroom 显著胜随机、封顶域正确产出 null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5" name="Picture 4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5" name="Picture 4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5" name="Picture 4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5" name="Picture 4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5" name="Picture 4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5" name="Picture 4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