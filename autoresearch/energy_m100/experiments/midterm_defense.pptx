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ADCFC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28090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5" name="Picture 4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85" y="1783080"/>
            <a:ext cx="711147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920240"/>
            <a:ext cx="30175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价值不在最终模型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(prior art),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在这套过程: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卡 4.24% → 查文献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wind 试→REVERT 记库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物理≈线性→诚实报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loop≈随机→报边界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真实 agent_log.jsonl + KNOWLEDGE.md;下半为 loop 机制流程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5" name="Picture 4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6" name="Picture 5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5" name="Picture 4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6" name="Picture 5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5" name="Picture 4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3900"/>
            <a:ext cx="6583680" cy="337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5" name="Picture 4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5" name="Picture 4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5" name="Picture 4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B83A3A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5" name="Picture 4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02C39A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A:翻越/绕行能量权衡分解</a:t>
            </a:r>
          </a:p>
        </p:txBody>
      </p:sp>
      <p:pic>
        <p:nvPicPr>
          <p:cNvPr id="4" name="Picture 3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4" name="Picture 3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4" name="Picture 3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4" name="Picture 3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A82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4" name="Picture 3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