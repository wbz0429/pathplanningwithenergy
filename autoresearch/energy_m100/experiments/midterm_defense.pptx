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从真机数据自动建模:能耗预测误差降 73%(6.88% → 1.86%)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920240"/>
            <a:ext cx="42976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每轮改一次能耗公式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保留/回滚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误差 6.88% → 1.86%(相对提升约 73%)</a:t>
            </a:r>
          </a:p>
          <a:p>
            <a:pPr algn="l">
              <a:spcAft>
                <a:spcPts val="800"/>
              </a:spcAft>
            </a:pPr>
            <a:r>
              <a:rPr sz="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ARE = |预测能量 − 真实能量| / 真实能量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在“未参与训练的飞行”上取平均(防背答案)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能量真值 = 机载电压 × 电流积分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数据:真实 DJI M100(209 航班);评测器 m100_eval.py 冻结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性能上限由数据决定:留出误差 6 项处触底,加到 52 项不再降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为什么封顶:真机功率剧烈波动,当前输入只能解释约四成</a:t>
            </a:r>
          </a:p>
        </p:txBody>
      </p:sp>
      <p:pic>
        <p:nvPicPr>
          <p:cNvPr id="6" name="Picture 5" descr="仿真vs真机波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05250"/>
            <a:ext cx="7132320" cy="2687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模型输出平滑,真机实测剧烈波动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真机功率变异系数 ≈0.20(50–950W)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~40%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其余 ~60% 无法由当前输入解释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(具体来源待归因)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改追每趟能量 ARE(积分抹平波动)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 DJI M100 实测功率(V×I);左=模型预测(平滑),右=真机片段(波动)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规划器域(有改进空间):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优势取决于搜索空间复杂度:小空间相当,大空间显著胜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引导搜索优势随空间复杂度增长: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适用范围:省能收益集中于“障碍逼出爬升”的几何(可达 4–22%)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n=250 随机城市场景,划清适用边界: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障碍逼出爬升的几何:省能 3–22%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有低空走廊时:能量最优≈最短路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结论用统计陈述,不挑单一场景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适用条件(诚实标注):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· 载荷 ≤500g 不改变路径;当前止于仿真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large_scale_savings.py(n=250);相图见附录 B(何时省能)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搜索空间大则显著胜随机,空间小(已封顶)则与随机相当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